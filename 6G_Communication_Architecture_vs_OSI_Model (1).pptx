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9AEEF-2BE6-46D4-9D0A-2B530AE28EDE}" v="5" dt="2026-07-23T04:15:32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3654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3253" y="1738365"/>
            <a:ext cx="1644914" cy="16449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6G COMMUNICATION ARCHITECTURE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1C729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Compared with the OSI Model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640080" y="3977640"/>
            <a:ext cx="128016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659799" y="3973621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CSA0711- Computer  Networks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329B5-3045-B6E2-2A6A-53C771418FFB}"/>
              </a:ext>
            </a:extLst>
          </p:cNvPr>
          <p:cNvSpPr txBox="1"/>
          <p:nvPr/>
        </p:nvSpPr>
        <p:spPr>
          <a:xfrm>
            <a:off x="1014884" y="4793064"/>
            <a:ext cx="2562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DR.R.Shankar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F26D52-B55B-F4A9-C853-A24A0E6D9181}"/>
              </a:ext>
            </a:extLst>
          </p:cNvPr>
          <p:cNvSpPr txBox="1"/>
          <p:nvPr/>
        </p:nvSpPr>
        <p:spPr>
          <a:xfrm>
            <a:off x="8064807" y="4764425"/>
            <a:ext cx="34566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Ch.Abhilash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192525462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1.png">
            <a:extLst>
              <a:ext uri="{FF2B5EF4-FFF2-40B4-BE49-F238E27FC236}">
                <a16:creationId xmlns:a16="http://schemas.microsoft.com/office/drawing/2014/main" id="{BEE914A9-A70C-D7CE-D725-95FD661D765C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90600" y="339214"/>
            <a:ext cx="10058400" cy="1169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Overview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32120" cy="5212080"/>
          </a:xfrm>
          <a:prstGeom prst="roundRect">
            <a:avLst>
              <a:gd name="adj" fmla="val 2105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627632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1508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OSI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22960" y="2331720"/>
            <a:ext cx="4892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 7-layer framework (1984, ISO) for how data moves from wires up to the application.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Each layer has a fixed job and talks only to the layers above and below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Built for wired networks — not wireless, mobile, or intelligent radio access.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6172200" y="1234440"/>
            <a:ext cx="5532120" cy="5212080"/>
          </a:xfrm>
          <a:prstGeom prst="roundRect">
            <a:avLst>
              <a:gd name="adj" fmla="val 2105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92240" y="15087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162763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23760" y="15087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6G Architecture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537960" y="2331720"/>
            <a:ext cx="48920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 converged, AI-native design spanning space, air, ground and sea networks.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Functions are virtualized and software-defined, not locked to rigid layers.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Natively supports sensing, digital twins and holographic services.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OSI Model — 7 Layers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274320"/>
            <a:ext cx="685800" cy="68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43000"/>
            <a:ext cx="621792" cy="68580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621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7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280160" y="114300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54480" y="1143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Application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206240" y="1143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End-user services: HTTP, FTP, email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1892808"/>
            <a:ext cx="621792" cy="68580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1892808"/>
            <a:ext cx="621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6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280160" y="1892808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54480" y="189280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Presentation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206240" y="1892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Data translation, encryption, compression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2642616"/>
            <a:ext cx="621792" cy="68580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8640" y="2642616"/>
            <a:ext cx="621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5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280160" y="2642616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554480" y="264261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06240" y="2642616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Session setup, control, teardown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48640" y="3392424"/>
            <a:ext cx="621792" cy="68580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48640" y="3392424"/>
            <a:ext cx="621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280160" y="3392424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554480" y="339242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Transport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206240" y="3392424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End-to-end delivery: TCP, UDP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48640" y="4142232"/>
            <a:ext cx="621792" cy="68580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48640" y="4142232"/>
            <a:ext cx="621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280160" y="4142232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554480" y="41422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Network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206240" y="4142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Routing &amp; logical addressing: IP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48640" y="4892040"/>
            <a:ext cx="621792" cy="68580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48640" y="4892040"/>
            <a:ext cx="621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280160" y="489204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54480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Data Link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206240" y="4892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Framing, MAC addressing, error detection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48640" y="5641848"/>
            <a:ext cx="621792" cy="68580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48640" y="5641848"/>
            <a:ext cx="621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280160" y="5641848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554480" y="56418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Physical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206240" y="56418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Raw bit transmission over media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6G Architecture — Functional Planes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274320"/>
            <a:ext cx="685800" cy="68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3444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280160" y="123444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554480" y="123444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/ Service Plane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577840" y="123444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50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XR, holographic comms, digital twins, IoE</a:t>
            </a:r>
            <a:endParaRPr lang="en-US" dirty="0">
              <a:solidFill>
                <a:srgbClr val="FF505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80160" y="228600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554480" y="228600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Intelligence Plane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577840" y="228600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Native AI/ML, edge inference, self-optimization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" y="333756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1280160" y="333756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554480" y="333756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Service-Based Core (Control)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577840" y="333756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Cloud-native, SDN/NFV, network slicing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48640" y="438912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8640" y="438912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1280160" y="438912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1554480" y="438912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/ Connectivity Plane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577840" y="438912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Space-air-ground-sea integration, routing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48640" y="544068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48640" y="544068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1280160" y="544068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1554480" y="54406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Physical / Air-Interface Plane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577840" y="544068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THz bands, massive MIMO, RIS, sensing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Where 6G Goes Beyond the OSI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4475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2893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AI-Native Design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" y="2011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Intelligence is built in, unlike OSI's fixed layers.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17920" y="114300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19088" y="13258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44475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28930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Cross-Layer Optimization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46520" y="2011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Planes interact dynamically, not in strict isolation.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48640" y="2852928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49808" y="303580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5468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29992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Integrated Sensing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777240" y="37216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Radio signals jointly sense the environment.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217920" y="2852928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19088" y="303580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15468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29992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Space-Air-Ground Fusion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446520" y="37216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Satellites and terrestrial nodes form one fabric.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548640" y="4562856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49808" y="474573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864608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4709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Cloud-Native Core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77240" y="543153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SDN/NFV replace fixed protocol stacks.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6217920" y="4562856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6419088" y="474573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4864608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78040" y="4709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Ultra-Low Latency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446520" y="543153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Slices guarantee sub-millisecond performance.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OSI Layers Mapped to 6G Architecture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274320"/>
            <a:ext cx="685800" cy="6858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198977"/>
              </p:ext>
            </p:extLst>
          </p:nvPr>
        </p:nvGraphicFramePr>
        <p:xfrm>
          <a:off x="548640" y="1097280"/>
          <a:ext cx="11064240" cy="51937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OSI Layer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6G Equivalent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6G Enhancement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Physical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Air-Interface Plane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THz spectrum, RIS, sensing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 Link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Air-Interface / Access</a:t>
                      </a:r>
                      <a:endParaRPr lang="en-US" sz="1800" dirty="0">
                        <a:solidFill>
                          <a:srgbClr val="C0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AI-driven scheduling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Connectivity Plane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Space-air-ground-sea routing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Service-Based Core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Slice-aware, sub-ms latency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Session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Service-Based Core</a:t>
                      </a:r>
                      <a:endParaRPr 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Cloud-native sessions</a:t>
                      </a:r>
                      <a:endParaRPr 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Presentation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Intelligence Plane</a:t>
                      </a:r>
                      <a:endParaRPr lang="en-US" sz="18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 semantic compression</a:t>
                      </a:r>
                      <a:endParaRPr lang="en-US" sz="1800" dirty="0">
                        <a:solidFill>
                          <a:srgbClr val="C0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21295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Application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Service Plane</a:t>
                      </a:r>
                      <a:endParaRPr lang="en-US" sz="18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Holographic &amp; XR services</a:t>
                      </a:r>
                      <a:endParaRPr lang="en-US" sz="1600" dirty="0">
                        <a:solidFill>
                          <a:srgbClr val="FF0000"/>
                        </a:solidFill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OSI gave networking a universal vocabulary — but it was built for static, wired delivery, not an intelligent, wireless, sensing-capable world.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017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6G reorganizes OSI's 7 layers into flexible, software-defined planes.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AI, sensing, and cross-domain connectivity are native, not bolted 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1772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7280" y="4572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43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result: sub-millisecond latency and immersive, intelligent services.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548640" y="6309360"/>
            <a:ext cx="1280160" cy="45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6G Communication Architecture Compared with the OSI Model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37160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429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129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532120" y="4343400"/>
            <a:ext cx="1097280" cy="5486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A6B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6G Communication Architecture Compared with the OSI Model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470</Words>
  <Application>Microsoft Office PowerPoint</Application>
  <PresentationFormat>Widescreen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Chintha abhilash Reddy</cp:lastModifiedBy>
  <cp:revision>2</cp:revision>
  <dcterms:created xsi:type="dcterms:W3CDTF">2026-07-23T03:51:31Z</dcterms:created>
  <dcterms:modified xsi:type="dcterms:W3CDTF">2026-07-23T04:25:13Z</dcterms:modified>
</cp:coreProperties>
</file>